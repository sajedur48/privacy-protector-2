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4" r:id="rId3"/>
    <p:sldId id="257" r:id="rId4"/>
    <p:sldId id="258" r:id="rId5"/>
    <p:sldId id="259" r:id="rId6"/>
    <p:sldId id="260" r:id="rId7"/>
    <p:sldId id="262" r:id="rId8"/>
    <p:sldId id="263" r:id="rId9"/>
    <p:sldId id="265" r:id="rId10"/>
    <p:sldId id="267" r:id="rId11"/>
    <p:sldId id="261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11/29/2025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11/29/2025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11/29/2025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11/29/2025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11/29/2025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11/29/2025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11/29/2025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11/29/2025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11/29/2025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94D32-2572-F2A5-5773-C8F2853C7A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219200"/>
            <a:ext cx="8825658" cy="2677648"/>
          </a:xfrm>
        </p:spPr>
        <p:txBody>
          <a:bodyPr/>
          <a:lstStyle/>
          <a:p>
            <a:r>
              <a:rPr lang="en-US" dirty="0"/>
              <a:t>       Privacy Protector</a:t>
            </a:r>
            <a:br>
              <a:rPr lang="en-US" dirty="0"/>
            </a:br>
            <a:r>
              <a:rPr lang="en-US" dirty="0"/>
              <a:t> (An Redaction System)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78F026-95BB-79DB-848E-03FE303641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4441" y="4285936"/>
            <a:ext cx="10732956" cy="585867"/>
          </a:xfrm>
        </p:spPr>
        <p:txBody>
          <a:bodyPr/>
          <a:lstStyle/>
          <a:p>
            <a:r>
              <a:rPr lang="en-US" dirty="0"/>
              <a:t>A reduction system for protect sensitive information from any text and document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7E70DF-D931-D794-7C6F-F07A968FE189}"/>
              </a:ext>
            </a:extLst>
          </p:cNvPr>
          <p:cNvSpPr txBox="1"/>
          <p:nvPr/>
        </p:nvSpPr>
        <p:spPr>
          <a:xfrm>
            <a:off x="1065016" y="5260891"/>
            <a:ext cx="4826833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Presented by</a:t>
            </a:r>
          </a:p>
          <a:p>
            <a:r>
              <a:rPr lang="en-US" sz="20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Team Rising Challenger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F67A1A-E3DA-81BA-6761-D5A3B0A0D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0613" y="4871803"/>
            <a:ext cx="1321970" cy="1313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7493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C73C3-96F9-0A7E-7760-ABA550719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               Architecture Flow: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07110E-81BA-9F59-80DF-37DBFB8FAD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172" y="2406320"/>
            <a:ext cx="6537970" cy="11785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3CA548F-5770-2DEA-7F8D-7C12F0CF9644}"/>
              </a:ext>
            </a:extLst>
          </p:cNvPr>
          <p:cNvSpPr txBox="1"/>
          <p:nvPr/>
        </p:nvSpPr>
        <p:spPr>
          <a:xfrm>
            <a:off x="2266675" y="4100026"/>
            <a:ext cx="653797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Components:</a:t>
            </a:r>
          </a:p>
          <a:p>
            <a:endParaRPr lang="en-US" dirty="0"/>
          </a:p>
          <a:p>
            <a:r>
              <a:rPr lang="en-US" dirty="0"/>
              <a:t>Frontend   : </a:t>
            </a:r>
            <a:r>
              <a:rPr lang="en-US" dirty="0" err="1"/>
              <a:t>Streamlit</a:t>
            </a:r>
            <a:r>
              <a:rPr lang="en-US" dirty="0"/>
              <a:t> Web Interface</a:t>
            </a:r>
          </a:p>
          <a:p>
            <a:r>
              <a:rPr lang="en-US" dirty="0"/>
              <a:t>Backend   : Python Redaction Engine</a:t>
            </a:r>
          </a:p>
          <a:p>
            <a:r>
              <a:rPr lang="en-US" dirty="0"/>
              <a:t>AI/ML         : </a:t>
            </a:r>
            <a:r>
              <a:rPr lang="en-US" dirty="0" err="1"/>
              <a:t>spaCy</a:t>
            </a:r>
            <a:r>
              <a:rPr lang="en-US" dirty="0"/>
              <a:t> for NLP entities</a:t>
            </a:r>
          </a:p>
          <a:p>
            <a:r>
              <a:rPr lang="en-US" dirty="0"/>
              <a:t>Rules          : Regex patterns for structured data</a:t>
            </a:r>
          </a:p>
          <a:p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9E1B1DE-D14A-DBD5-C0F4-B556431C5C4B}"/>
              </a:ext>
            </a:extLst>
          </p:cNvPr>
          <p:cNvSpPr/>
          <p:nvPr/>
        </p:nvSpPr>
        <p:spPr>
          <a:xfrm>
            <a:off x="2083633" y="3897443"/>
            <a:ext cx="6865495" cy="1986889"/>
          </a:xfrm>
          <a:prstGeom prst="round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1967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39D04-AC3C-3972-6230-882420CF5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607" y="973667"/>
            <a:ext cx="10568065" cy="930083"/>
          </a:xfrm>
        </p:spPr>
        <p:txBody>
          <a:bodyPr/>
          <a:lstStyle/>
          <a:p>
            <a:r>
              <a:rPr lang="en-US" b="1" dirty="0"/>
              <a:t>Core Redaction Engine is Designed by python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D1BD8-07BC-3BEE-638A-4B18C198A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Its file name is “redactor.py”</a:t>
            </a:r>
          </a:p>
          <a:p>
            <a:pPr marL="0" indent="0">
              <a:buNone/>
            </a:pPr>
            <a:r>
              <a:rPr lang="en-US" b="1" dirty="0"/>
              <a:t>First we define different entity types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A6F979-F259-C7B7-7BDD-2D3251A30E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954" y="3549554"/>
            <a:ext cx="7930869" cy="2470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3496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187AC0-54AD-79F6-B08D-2B5B10CB1C36}"/>
              </a:ext>
            </a:extLst>
          </p:cNvPr>
          <p:cNvSpPr txBox="1"/>
          <p:nvPr/>
        </p:nvSpPr>
        <p:spPr>
          <a:xfrm>
            <a:off x="314794" y="659567"/>
            <a:ext cx="71203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Then sets Common names and locations for rule-based detection: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B80FD3-C7BB-3F97-B439-0D38879DA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401" y="1405212"/>
            <a:ext cx="5631163" cy="33406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9F74C93-51EF-B932-8097-FD31ECF216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8590" y="3075538"/>
            <a:ext cx="5973009" cy="33406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0BB7314-2906-B169-B5E8-2CFA940D8396}"/>
              </a:ext>
            </a:extLst>
          </p:cNvPr>
          <p:cNvSpPr txBox="1"/>
          <p:nvPr/>
        </p:nvSpPr>
        <p:spPr>
          <a:xfrm>
            <a:off x="7255240" y="2151169"/>
            <a:ext cx="30130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Set rules for detect Names very efficiently:</a:t>
            </a:r>
          </a:p>
        </p:txBody>
      </p:sp>
    </p:spTree>
    <p:extLst>
      <p:ext uri="{BB962C8B-B14F-4D97-AF65-F5344CB8AC3E}">
        <p14:creationId xmlns:p14="http://schemas.microsoft.com/office/powerpoint/2010/main" val="8998576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1AC8A5-6544-1C13-53D2-DB836D6288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6169" y="2034915"/>
            <a:ext cx="6099972" cy="278817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1CF1EF4-65CF-BBAE-46CB-6194292668C6}"/>
              </a:ext>
            </a:extLst>
          </p:cNvPr>
          <p:cNvSpPr txBox="1"/>
          <p:nvPr/>
        </p:nvSpPr>
        <p:spPr>
          <a:xfrm>
            <a:off x="2773181" y="989351"/>
            <a:ext cx="4766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Sets some perimeters to detect location:</a:t>
            </a:r>
          </a:p>
        </p:txBody>
      </p:sp>
    </p:spTree>
    <p:extLst>
      <p:ext uri="{BB962C8B-B14F-4D97-AF65-F5344CB8AC3E}">
        <p14:creationId xmlns:p14="http://schemas.microsoft.com/office/powerpoint/2010/main" val="1579120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2DDFC7-3F2D-560C-D12F-2296CC29AF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965" y="1326612"/>
            <a:ext cx="5325218" cy="24958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E2A24A4-D314-1980-76DF-C44A0BF54D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358" y="3822510"/>
            <a:ext cx="5442825" cy="12891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4B3A87-A4A7-C4F6-3C5F-1F18415282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3007" y="3130169"/>
            <a:ext cx="4391638" cy="19814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AE26CE8-2E87-65B6-EF2E-4548C8E4B5D5}"/>
              </a:ext>
            </a:extLst>
          </p:cNvPr>
          <p:cNvSpPr txBox="1"/>
          <p:nvPr/>
        </p:nvSpPr>
        <p:spPr>
          <a:xfrm>
            <a:off x="674557" y="329784"/>
            <a:ext cx="55680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Now to wrap up all things, collect all entities and code for the spacy based detection system: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1B0893-6548-F43C-E7EB-00C2A8D2AD85}"/>
              </a:ext>
            </a:extLst>
          </p:cNvPr>
          <p:cNvSpPr txBox="1"/>
          <p:nvPr/>
        </p:nvSpPr>
        <p:spPr>
          <a:xfrm>
            <a:off x="7213007" y="2574561"/>
            <a:ext cx="4391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Coding for getting ready the output:</a:t>
            </a:r>
          </a:p>
        </p:txBody>
      </p:sp>
    </p:spTree>
    <p:extLst>
      <p:ext uri="{BB962C8B-B14F-4D97-AF65-F5344CB8AC3E}">
        <p14:creationId xmlns:p14="http://schemas.microsoft.com/office/powerpoint/2010/main" val="31818781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094F12-88BA-2CDD-5406-F858F334E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4716" y="1488702"/>
            <a:ext cx="5525271" cy="238158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37A1734-00AF-A705-6B6B-80CF0CE32870}"/>
              </a:ext>
            </a:extLst>
          </p:cNvPr>
          <p:cNvSpPr txBox="1"/>
          <p:nvPr/>
        </p:nvSpPr>
        <p:spPr>
          <a:xfrm>
            <a:off x="2114716" y="974359"/>
            <a:ext cx="4810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Finaly , we did code to apply redaction: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174BA7-446A-1A25-6D85-2305A000E8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4716" y="3870284"/>
            <a:ext cx="5525271" cy="246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9387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28043-0BD1-3CAD-961B-E9784256A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149" y="1324308"/>
            <a:ext cx="8453906" cy="2696632"/>
          </a:xfrm>
        </p:spPr>
        <p:txBody>
          <a:bodyPr/>
          <a:lstStyle/>
          <a:p>
            <a:r>
              <a:rPr lang="en-US" b="1" dirty="0"/>
              <a:t>            UI Application </a:t>
            </a:r>
            <a:br>
              <a:rPr lang="en-US" b="1" dirty="0"/>
            </a:b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AA2177-B1F3-82CA-3B65-799EC1CEEC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9490" y="5029199"/>
            <a:ext cx="10658006" cy="997857"/>
          </a:xfrm>
        </p:spPr>
        <p:txBody>
          <a:bodyPr>
            <a:normAutofit/>
          </a:bodyPr>
          <a:lstStyle/>
          <a:p>
            <a:r>
              <a:rPr lang="en-US" sz="2800" dirty="0"/>
              <a:t>We Use </a:t>
            </a:r>
            <a:r>
              <a:rPr lang="en-US" sz="2800" b="1" dirty="0" err="1"/>
              <a:t>streamlit</a:t>
            </a:r>
            <a:r>
              <a:rPr lang="en-US" sz="2800" dirty="0"/>
              <a:t> website for design and create </a:t>
            </a:r>
            <a:r>
              <a:rPr lang="en-US" sz="2800" b="1" dirty="0"/>
              <a:t>UI</a:t>
            </a:r>
            <a:r>
              <a:rPr lang="en-US" sz="2800" dirty="0"/>
              <a:t> interface</a:t>
            </a:r>
          </a:p>
          <a:p>
            <a:r>
              <a:rPr lang="en-US" sz="2000" dirty="0"/>
              <a:t>Because its free and easy to use.</a:t>
            </a:r>
          </a:p>
        </p:txBody>
      </p:sp>
    </p:spTree>
    <p:extLst>
      <p:ext uri="{BB962C8B-B14F-4D97-AF65-F5344CB8AC3E}">
        <p14:creationId xmlns:p14="http://schemas.microsoft.com/office/powerpoint/2010/main" val="37301217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2A0C69-40C4-C4AF-4F1F-EA47E4CA1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508" y="2025992"/>
            <a:ext cx="10328223" cy="46628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3BF47D8-34ED-94FB-0ED3-C47AA481352A}"/>
              </a:ext>
            </a:extLst>
          </p:cNvPr>
          <p:cNvSpPr txBox="1"/>
          <p:nvPr/>
        </p:nvSpPr>
        <p:spPr>
          <a:xfrm>
            <a:off x="4586990" y="914399"/>
            <a:ext cx="43471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Sample test </a:t>
            </a:r>
          </a:p>
        </p:txBody>
      </p:sp>
    </p:spTree>
    <p:extLst>
      <p:ext uri="{BB962C8B-B14F-4D97-AF65-F5344CB8AC3E}">
        <p14:creationId xmlns:p14="http://schemas.microsoft.com/office/powerpoint/2010/main" val="42418385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2C5A47-7797-853E-8DD5-4775A98B38BA}"/>
              </a:ext>
            </a:extLst>
          </p:cNvPr>
          <p:cNvSpPr txBox="1"/>
          <p:nvPr/>
        </p:nvSpPr>
        <p:spPr>
          <a:xfrm>
            <a:off x="479685" y="551050"/>
            <a:ext cx="709034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Metrics:</a:t>
            </a:r>
          </a:p>
          <a:p>
            <a:endParaRPr lang="en-US" b="1" u="sng" dirty="0"/>
          </a:p>
          <a:p>
            <a:r>
              <a:rPr lang="en-US" b="1" dirty="0"/>
              <a:t>Accuracy</a:t>
            </a:r>
            <a:r>
              <a:rPr lang="en-US" dirty="0"/>
              <a:t>: 95%+ on structured entities (emails, phones, IPs)</a:t>
            </a:r>
          </a:p>
          <a:p>
            <a:r>
              <a:rPr lang="en-US" b="1" dirty="0"/>
              <a:t>Speed</a:t>
            </a:r>
            <a:r>
              <a:rPr lang="en-US" dirty="0"/>
              <a:t>: Sub-second processing for typical documents</a:t>
            </a:r>
          </a:p>
          <a:p>
            <a:r>
              <a:rPr lang="en-US" b="1" dirty="0"/>
              <a:t>Coverage</a:t>
            </a:r>
            <a:r>
              <a:rPr lang="en-US" dirty="0"/>
              <a:t>: Comprehensive detection across all 8 entity types</a:t>
            </a:r>
          </a:p>
          <a:p>
            <a:r>
              <a:rPr lang="en-US" b="1" dirty="0"/>
              <a:t>Precision</a:t>
            </a:r>
            <a:r>
              <a:rPr lang="en-US" dirty="0"/>
              <a:t>: Low false positive rate with validation rules</a:t>
            </a:r>
          </a:p>
          <a:p>
            <a:endParaRPr lang="en-US" dirty="0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F1CBFB52-9CBA-E380-029D-709F0CFC6D62}"/>
              </a:ext>
            </a:extLst>
          </p:cNvPr>
          <p:cNvSpPr/>
          <p:nvPr/>
        </p:nvSpPr>
        <p:spPr>
          <a:xfrm>
            <a:off x="0" y="659568"/>
            <a:ext cx="569626" cy="16489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7F209224-4FD3-E9EC-DB91-A589ED6FB113}"/>
              </a:ext>
            </a:extLst>
          </p:cNvPr>
          <p:cNvSpPr/>
          <p:nvPr/>
        </p:nvSpPr>
        <p:spPr>
          <a:xfrm>
            <a:off x="0" y="2955562"/>
            <a:ext cx="569626" cy="16489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25D399-A1C0-E627-7228-8A3C81BB5C64}"/>
              </a:ext>
            </a:extLst>
          </p:cNvPr>
          <p:cNvSpPr txBox="1"/>
          <p:nvPr/>
        </p:nvSpPr>
        <p:spPr>
          <a:xfrm>
            <a:off x="479685" y="2844384"/>
            <a:ext cx="740514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ON Live it Demonstrates:</a:t>
            </a:r>
          </a:p>
          <a:p>
            <a:endParaRPr lang="en-US" dirty="0"/>
          </a:p>
          <a:p>
            <a:r>
              <a:rPr lang="en-US" b="1" dirty="0"/>
              <a:t>Show the Interface</a:t>
            </a:r>
            <a:r>
              <a:rPr lang="en-US" dirty="0"/>
              <a:t> - Clean, professional </a:t>
            </a:r>
            <a:r>
              <a:rPr lang="en-US" dirty="0" err="1"/>
              <a:t>Streamlit</a:t>
            </a:r>
            <a:r>
              <a:rPr lang="en-US" dirty="0"/>
              <a:t> app</a:t>
            </a:r>
          </a:p>
          <a:p>
            <a:r>
              <a:rPr lang="en-US" b="1" dirty="0"/>
              <a:t>Input Sample Text</a:t>
            </a:r>
            <a:r>
              <a:rPr lang="en-US" dirty="0"/>
              <a:t> - Use the provided hackathon example</a:t>
            </a:r>
          </a:p>
          <a:p>
            <a:r>
              <a:rPr lang="en-US" b="1" dirty="0"/>
              <a:t>Toggle Modes</a:t>
            </a:r>
            <a:r>
              <a:rPr lang="en-US" dirty="0"/>
              <a:t> - Show both Redact and Mask functionality</a:t>
            </a:r>
          </a:p>
          <a:p>
            <a:r>
              <a:rPr lang="en-US" b="1" dirty="0"/>
              <a:t>Display Results</a:t>
            </a:r>
            <a:r>
              <a:rPr lang="en-US" dirty="0"/>
              <a:t> - Highlight accurate entity detection</a:t>
            </a:r>
          </a:p>
          <a:p>
            <a:r>
              <a:rPr lang="en-US" b="1" dirty="0"/>
              <a:t>Show Metrics</a:t>
            </a:r>
            <a:r>
              <a:rPr lang="en-US" dirty="0"/>
              <a:t> - Performance scores and entity table</a:t>
            </a:r>
          </a:p>
          <a:p>
            <a:r>
              <a:rPr lang="en-US" b="1" dirty="0"/>
              <a:t>Export Features</a:t>
            </a:r>
            <a:r>
              <a:rPr lang="en-US" dirty="0"/>
              <a:t> - Download redacted text and reports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AE24A44-AF9F-4F2C-D27D-510B6328D212}"/>
              </a:ext>
            </a:extLst>
          </p:cNvPr>
          <p:cNvCxnSpPr/>
          <p:nvPr/>
        </p:nvCxnSpPr>
        <p:spPr>
          <a:xfrm>
            <a:off x="284813" y="2582375"/>
            <a:ext cx="82146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84123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7B4D55-1D4B-A1C2-A16F-CE68B23F35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4617" y="4575263"/>
            <a:ext cx="10100534" cy="1930469"/>
          </a:xfrm>
        </p:spPr>
        <p:txBody>
          <a:bodyPr>
            <a:normAutofit/>
          </a:bodyPr>
          <a:lstStyle/>
          <a:p>
            <a:r>
              <a:rPr lang="en-US" b="1" u="sng" dirty="0"/>
              <a:t>Contact Information:</a:t>
            </a:r>
          </a:p>
          <a:p>
            <a:endParaRPr lang="en-US" u="sng" dirty="0"/>
          </a:p>
          <a:p>
            <a:r>
              <a:rPr lang="en-US" b="1" dirty="0"/>
              <a:t>GitHub Repository</a:t>
            </a:r>
            <a:r>
              <a:rPr lang="en-US" dirty="0"/>
              <a:t>:  https://github.com/sajedur48/Privacy-protector-2.git</a:t>
            </a:r>
          </a:p>
          <a:p>
            <a:r>
              <a:rPr lang="en-US" b="1" dirty="0"/>
              <a:t>For Live Demo</a:t>
            </a:r>
            <a:r>
              <a:rPr lang="en-US" dirty="0"/>
              <a:t>:  https://privacy-protector-2-rising-challenger.streamlit.app/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04C3FA-2A2C-F79B-8BE1-BD352476BE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3516" y="972633"/>
            <a:ext cx="2885070" cy="2866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1955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{B44E9908-AB3B-48DB-89FA-74FCA18CC046}TF229edf6a-8a49-49ee-a0a6-5037052947485fb3ca0c-bc27bf41d645</Template>
  <TotalTime>167</TotalTime>
  <Words>290</Words>
  <Application>Microsoft Office PowerPoint</Application>
  <PresentationFormat>Widescreen</PresentationFormat>
  <Paragraphs>42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Wingdings 3</vt:lpstr>
      <vt:lpstr>Ion Boardroom</vt:lpstr>
      <vt:lpstr>       Privacy Protector  (An Redaction System)</vt:lpstr>
      <vt:lpstr>                Architecture Flow:</vt:lpstr>
      <vt:lpstr>Core Redaction Engine is Designed by python</vt:lpstr>
      <vt:lpstr>PowerPoint Presentation</vt:lpstr>
      <vt:lpstr>PowerPoint Presentation</vt:lpstr>
      <vt:lpstr>PowerPoint Presentation</vt:lpstr>
      <vt:lpstr>PowerPoint Presentation</vt:lpstr>
      <vt:lpstr>            UI Application 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Md. Sajedur Rahman</dc:creator>
  <cp:lastModifiedBy>Md. Sajedur Rahman</cp:lastModifiedBy>
  <cp:revision>4</cp:revision>
  <dcterms:created xsi:type="dcterms:W3CDTF">2025-11-29T04:11:14Z</dcterms:created>
  <dcterms:modified xsi:type="dcterms:W3CDTF">2025-11-29T06:58:41Z</dcterms:modified>
</cp:coreProperties>
</file>